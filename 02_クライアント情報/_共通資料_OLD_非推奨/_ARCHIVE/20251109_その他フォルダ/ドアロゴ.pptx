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0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5738B-685A-E706-F7EF-5ACA6B41A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2452C92-0D56-6D0F-CA9D-B87846096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070E1-0246-676E-D36A-DD10962B1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C1858D-68AB-1B30-234E-53AF6AE0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947139-9D33-F103-CD32-2F362C6C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91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2E32C3-47EE-EA45-EF9C-8DFD7EAA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B024EF-6655-3AAD-C159-416392DF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5E4BA1-FF34-B5CA-07F2-BA8A9FFC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317311-BD2E-14FF-2FD5-48ABEBE4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01BD36-65B2-9718-8A5A-9106456A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21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A24A30-5818-7707-4B69-5A34FBF4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0E311B-7F51-6438-4CA8-BF275F872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287560-CFDB-B893-E07E-D4B3376A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73A27A-7C15-FB7F-A59A-5838A439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6B63D3-9540-0732-1CE6-6355FFEA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13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83932-F6DA-79E0-3C68-51DBA73D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A0E9C0-08B5-74A4-C62D-9BF9BB13E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BFE161-6CC3-236D-F0E3-9C9F8E54B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B7CB0D-1725-D85A-75A6-C3D04C4C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4AEC9A-E746-D929-A9A8-FDBF5C5F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54A162-EB39-11D6-321B-17AF928C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12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AE3533-42F5-6E37-67E3-DAFBDE749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BFD684-6013-C037-ACE1-574F576F7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373C0B-749D-596D-E573-2A3BAD94F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DD1884-EF9F-8FEB-5E80-5E91FB4AC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AD9F30-6EDF-0E8E-BB8F-D7C1758F5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19007D5-F525-C4E9-E20F-53CA9C75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4FFEC9-9416-2C01-EE17-299F6F9FB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AF54FF5-1693-E9DC-553D-BE8712A4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794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12F8C6-4D26-F014-DD02-AF4FB693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B9185E-6A38-8814-7BCA-1BC34A8A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2F819ED-DE46-4541-C86D-201A2CDE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B9A823-036F-1B0B-28A8-E2C1E2C3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26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0911694-2D53-BB57-2A49-3DD0FEE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8192607-B619-55DE-2341-D95B22D4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17E457-A3FB-C838-FA88-92B8A112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759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5C77E-AE05-A74B-C775-F5E3280B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719CAB-49D9-4109-68FF-6BB30884D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6A815E-C704-9DC4-4402-D7E5D7F9F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9DCD85-5891-831E-9E2C-3F9EB9D0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CB7DB3-1663-EF6D-768E-435FFF14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E285B7-6FAD-2171-2FFD-6D4EEDA7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27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ACB4EB-0BC5-C19F-499A-1358134FC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9E68C6-F091-46BC-2DD4-01973AA9D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EC75F5-2A75-5463-F954-AED4891C0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5E0784-935F-8FB8-29DE-70741B20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4BA11D-0B63-DA9C-4A56-6F38DE52D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56EAA9-767A-0B30-8469-5FD745C3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75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B93F5C-5266-4EA3-949D-DFC0AD84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DEFB94-8055-FFC7-D001-FE73EB0F3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B21B32-E55E-9E4F-220A-C4F37396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CECBB2-B17B-D011-3C0E-234D3C71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2EFDE-CA61-E519-F78E-EAA4B7BB8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105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DCBE4BA-5A01-122B-EC96-E8DEF3648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439910-C31F-4E65-D655-267A0DD4F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C6FFC0-76EB-F6D5-AF52-ADEC8D4EA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3C0505-01C7-AC4B-CEC8-C8CE97D9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9F259-5561-E1AA-B044-2908FDBB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43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C2E4A3-6FFA-F7BD-E45D-6AD7373C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D632AF-D080-27DC-7D89-0FA88617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D8E370-F325-3803-0D92-70B2F2CE9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0E1A8-39D8-4556-A1F3-1E6C658264DE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A9E7BE-F757-EDD6-950B-188F722DE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E70C1-EEAC-191E-6FD7-1999BA8B8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8D06C-2996-4BEA-8FB3-E0733D1F6C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505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E4DCC15-6BCA-858C-DB26-1D4D36E39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866" y="203449"/>
            <a:ext cx="5788808" cy="578880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9BE8FE-A8E4-FCB9-93FB-010F94960EBE}"/>
              </a:ext>
            </a:extLst>
          </p:cNvPr>
          <p:cNvSpPr txBox="1"/>
          <p:nvPr/>
        </p:nvSpPr>
        <p:spPr>
          <a:xfrm>
            <a:off x="2481058" y="3541058"/>
            <a:ext cx="5988423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</a:rPr>
              <a:t>東京駅前</a:t>
            </a:r>
            <a:endParaRPr kumimoji="1" lang="en-US" altLang="ja-JP" sz="3600" dirty="0">
              <a:solidFill>
                <a:schemeClr val="accent4">
                  <a:lumMod val="60000"/>
                  <a:lumOff val="40000"/>
                </a:schemeClr>
              </a:solidFill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  <a:p>
            <a:pPr algn="ctr"/>
            <a:r>
              <a:rPr lang="ja-JP" alt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erif JP Medium" panose="02020200000000000000" pitchFamily="18" charset="-128"/>
                <a:ea typeface="Noto Serif JP Medium" panose="02020200000000000000" pitchFamily="18" charset="-128"/>
              </a:rPr>
              <a:t>ビアンエートルクリニック</a:t>
            </a:r>
            <a:endParaRPr kumimoji="1" lang="ja-JP" altLang="en-US" sz="3600" dirty="0">
              <a:solidFill>
                <a:schemeClr val="accent4">
                  <a:lumMod val="60000"/>
                  <a:lumOff val="40000"/>
                </a:schemeClr>
              </a:solidFill>
              <a:latin typeface="Noto Serif JP Medium" panose="02020200000000000000" pitchFamily="18" charset="-128"/>
              <a:ea typeface="Noto Serif JP Medium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99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Noto Serif JP Medium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takeshi ueno</dc:creator>
  <cp:lastModifiedBy>takeshi ueno</cp:lastModifiedBy>
  <cp:revision>1</cp:revision>
  <dcterms:created xsi:type="dcterms:W3CDTF">2025-07-02T06:00:46Z</dcterms:created>
  <dcterms:modified xsi:type="dcterms:W3CDTF">2025-07-02T06:01:05Z</dcterms:modified>
</cp:coreProperties>
</file>