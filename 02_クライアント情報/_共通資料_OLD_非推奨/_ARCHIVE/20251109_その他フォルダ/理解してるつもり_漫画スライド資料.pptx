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理解してるつもり病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説明できなきゃ、チームが崩壊する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kai-tsumori-man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3352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この漫画の意図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・「わかったつもり」が招く実務上のリスクを可視化</a:t>
            </a:r>
          </a:p>
          <a:p>
            <a:r>
              <a:t>・説明できない＝理解できていない、を行動で示す</a:t>
            </a:r>
          </a:p>
          <a:p>
            <a:r>
              <a:t>・指摘よりも“気づき”を促すストーリー構成</a:t>
            </a:r>
          </a:p>
          <a:p>
            <a:r>
              <a:t>・共感を得ながら理解の重要性を伝えるコンテンツ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